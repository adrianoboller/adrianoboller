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plugin roda dentro do Claude Code. Uma frase: converter com prova, não com palpite; e começar projeto novo já com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0" y="1463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WX Claude Code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4572000" y="256032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governada de WINDEV, WEBDEV, WINDEV Mobile e PHP — e projetos novos que nascem com contexto, provas e governança — dentro do Claude Code.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4023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226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to convert. Engineered to prove.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4572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3.46.0 · 2026-09-08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problema que a IA sozinha não resolve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164957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negócio mora no código, não em documento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8470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Desconto, juros, baixa de estoque: ninguém tem a lista. Quem converte lendo o código inventa o que não entendeu.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2838298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651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por IA sem governança é palpite bonito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30358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Compila, parece certo, e o arredondamento do dinheiro mudou. Só aparece em produção.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4027018"/>
            <a:ext cx="358445" cy="35844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840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nova esquece tudo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42245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sessão de ontem decidiu não chega à de hoje. O projeto vira uma sequência de recomeços.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5074920"/>
            <a:ext cx="640080" cy="64008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5215738"/>
            <a:ext cx="358445" cy="35844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5029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valida é quem escreveu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54132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separação de papéis, o mesmo agente escreve e aprova. Ninguém tenta refutar.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0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é: um plugin do Claude Code, medido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uma vez por máquina e vale para todos os projetos. Os números saem do repositório, não de slide.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B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201168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B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B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51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B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109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20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402336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251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B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120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WLanguage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4023360"/>
            <a:ext cx="3474720" cy="1737360"/>
          </a:xfrm>
          <a:prstGeom prst="roundRect">
            <a:avLst>
              <a:gd name="adj" fmla="val 7895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4251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B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12.035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120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do Help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dependências fora da std do Python e do Rust. Corpus do Help WLanguage de 12 mil páginas, verificado por hash.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Como funciona: seis etapas e dois portões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9138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Perguntar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 de 60 perguntas gera o contexto que a primeira sessão lê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783080"/>
            <a:ext cx="594360" cy="59436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19138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G0 · portão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com hash. Bloqueado, ninguém escreve código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783080"/>
            <a:ext cx="594360" cy="59436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19138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Converter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G1–G7, com matriz de rastreabilidade e aprovação humana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429127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Provar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master, evidências, grafo, tela exercitada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97680" y="393192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26280" y="4160520"/>
            <a:ext cx="594360" cy="59436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429127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Governar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com sprints, contrato ativo, papéis separados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46720" y="393192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75320" y="4160520"/>
            <a:ext cx="594360" cy="59436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079" y="429127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0684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Entregar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pastas com SHA-256, procedência SLSA e CycloneDX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em vermelho negam: o G0 devolve para as evidências; F-GATE e C-GATE devolvem ao gate da conversão.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 conversão: origem, prova e limite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5380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990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citável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139903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PDF do WINDEV vira Markdown com página e hash. O código convertido cita a página de origem dentro dele.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4981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3591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rastreabilidade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23591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BR, QRY, UI, DB, INT: cada item com origem, destino, teste e estado. O grafo acusa o que ficou sem ligação.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45826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3192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master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331927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o legado rodando e compara com o novo. Igualdade vira número, com tolerância declarada.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441838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2793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 do WLanguage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937760" y="427939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especialistas por tema sobre o Help, e o runtime wl-rt em Rust: currency de ponto fixo, datas, comparação de strings como o WX.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40080" y="525780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5378501"/>
            <a:ext cx="307238" cy="30723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5239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provada, não lida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4937760" y="523951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exercita a tela nos estados que o PDF de interfaces descreve. O defeito que só aparece olhando entra na prova.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0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Prova, não promessa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920240"/>
          </a:xfrm>
          <a:prstGeom prst="roundRect">
            <a:avLst>
              <a:gd name="adj" fmla="val 7143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BF7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10/10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master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783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WINDEV 2025 (só PDFs) → Rust + Axum + PostgreSQL + React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1920240"/>
          </a:xfrm>
          <a:prstGeom prst="roundRect">
            <a:avLst>
              <a:gd name="adj" fmla="val 7143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BF7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5/5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master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1783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MySQL → Rust + MySQL + React, o primeiro projeto de ponta a ponta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394960" cy="1920240"/>
          </a:xfrm>
          <a:prstGeom prst="roundRect">
            <a:avLst>
              <a:gd name="adj" fmla="val 7143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86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BF7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977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 saída real de sessão; nenhuma linha digitada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5394960" cy="1920240"/>
          </a:xfrm>
          <a:prstGeom prst="roundRect">
            <a:avLst>
              <a:gd name="adj" fmla="val 7143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886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BF7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109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977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16 do runtime Rust, cada um com vetor do Help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 projeto: todo teste novo falha com o defeito reposto e passa com o conserto. Teste que passa por engano é pior que teste que falta.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sai: código que cita a origem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566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486400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gerado de uma procedure WLanguage, com a página do PDF citada no comentário.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17220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cargo test contra o golden master — e o que mudou de semântica dito, não escondido.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sessão real, em docs/prints/.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Projetos novos: nascer com contexto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questionário serve para o projeto que começa do zero. O que ele gera é o que a primeira sessão do Claude Code lê antes de qualquer comando.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2238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arquivos: CLAUDE.md, INDEX_FILES, respostas por id, ADRs, esqueleto de pastas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210312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222382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292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sessão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297680" y="27889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 kickoff, hooks de teste e lint, MCP sem chaves, Dockerfile e compose por perfil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210312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421" y="22238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782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046720" y="27889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Kanban que segue a matriz sozinho, PDCA com base de conhecimento, orçamento de tokens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18978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754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com validador executável. O C-GATE confere se o resultado está conforme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297680" y="406908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381" y="418978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02920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Guardas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4297680" y="4754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hooks: anexos somente leitura, segredo recusado, papel da sessão, licença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046720" y="4069080"/>
            <a:ext cx="548640" cy="548640"/>
          </a:xfrm>
          <a:prstGeom prst="ellipse">
            <a:avLst/>
          </a:prstGeom>
          <a:solidFill>
            <a:srgbClr val="14161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421" y="4189781"/>
            <a:ext cx="307238" cy="30723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77824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auditável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8046720" y="4754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com SHA-256, procedência SLSA e CycloneDX, decisões com a base delas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0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Benefícios para quem paga a conta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931920"/>
          </a:xfrm>
          <a:prstGeom prst="roundRect">
            <a:avLst>
              <a:gd name="adj" fmla="val 3846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B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Custo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de tokens em três fases, só leitura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local pelo Magnitude para o que não precisa sair da máquina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 escolhe o modelo pelo peso da tarefa, com orçamento que bloqueia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566160" cy="3931920"/>
          </a:xfrm>
          <a:prstGeom prst="roundRect">
            <a:avLst>
              <a:gd name="adj" fmla="val 3846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B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Risco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286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afirmado sem baseline: classe da prova dita no G0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valida não escreve o que valida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PDF não diz vira GAP escrito, não invenção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566160" cy="3931920"/>
          </a:xfrm>
          <a:prstGeom prst="roundRect">
            <a:avLst>
              <a:gd name="adj" fmla="val 3846"/>
            </a:avLst>
          </a:prstGeom>
          <a:solidFill>
            <a:srgbClr val="121527"/>
          </a:solidFill>
          <a:ln w="12700">
            <a:solidFill>
              <a:srgbClr val="2E34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B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Auditoria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286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toda operação do plugin, com código de saída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Procedência SLSA e BOM CycloneDX medidos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com aceite, aviso ao fornecedor e marca d’água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legado é E/OU. O destino é livre.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Origem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Destino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WINDEV, WEBDEV, WINDEV Mobile (WLanguage) — o caso principal, com o Help de 12 mil páginas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procedural ou OOP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C++, Clarion, COBOL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PDFs, sem projeto nativo: o G0 classifica a prova como FORENSIC e diz o limite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2024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(Axum ou tiny_http) com o runtime wl-rt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Go, Java, Node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 8 com a biblioteca WL_C#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Telas: React, Vue, Svelte, Blazor, Flutter, Tauri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1416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8006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letra H orienta antes de perguntar: três opções com o porquê, a recomendada primeiro. A escolha é sua e vira decisão registrada.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ele não faz, dito antes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57368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463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lê o formato binário do WX; o projeto nativo é o item 1 da lista do que falta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2442362"/>
            <a:ext cx="281635" cy="28163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23317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faz OCR sozinho: página sem texto é marcada, não inventada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311042"/>
            <a:ext cx="281635" cy="2816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2004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certifica LGPD nem aprova gate no lugar do humano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4179722"/>
            <a:ext cx="281635" cy="28163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0690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afirma equivalência sem baseline executável do legado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E2261C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" y="5048402"/>
            <a:ext cx="281635" cy="28163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71600" y="4937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licença dissuade o cliente honesto; a proteção real é servir o corpus de um servidor seu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completa do que falta está em docs/o-que-falta.html, com estado medido por item.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Como começar: quatro passos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226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2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./instalar.sh --serial … --corpus …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40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 por máquina. Aceita a licença, confere o corpus, instala no Claude Code.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226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2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/wx-claude-code:questionario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840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Sessenta perguntas, com pausa e retomada. Sai o contexto do projeto.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226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o G0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2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/wx-claude-code:preflight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840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com hash. O relatório diz a classe da prova e o limite.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81160" y="1645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226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com prova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2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/wx-claude-code:golden comparar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840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vertical inteira, igualdade em número. Daí, as ondas.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MANUAL.md e docs/manual-de-uso.pdf · Fluxograma: docs/dossie/fluxo-atual.pdf · Vídeos: docs/video/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 Claude Code 3.46.0 · Built to convert. Engineered to prove.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0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00584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480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to convert. Engineered to prove.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B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wx-claude-code@wx-claude-code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adrianoboller · github.com/adrianoboller/adrianoboller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WX Claude Code — vantagens e benefícios</dc:title>
  <dc:subject>PptxGenJS Presentation</dc:subject>
  <dc:creator>WX Claude Code</dc:creator>
  <cp:lastModifiedBy>WX Claude Code</cp:lastModifiedBy>
  <cp:revision>1</cp:revision>
  <dcterms:created xsi:type="dcterms:W3CDTF">2026-09-08T20:27:24Z</dcterms:created>
  <dcterms:modified xsi:type="dcterms:W3CDTF">2026-09-08T20:27:24Z</dcterms:modified>
</cp:coreProperties>
</file>