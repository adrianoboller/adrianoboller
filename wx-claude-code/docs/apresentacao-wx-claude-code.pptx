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o plugin roda dentro do Claude Code. Uma frase: converter com prova, não com palpite; e começar projeto novo já com 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97280"/>
            <a:ext cx="3291840" cy="3291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0" y="1463040"/>
            <a:ext cx="7132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WX Claude Code</a:t>
            </a:r>
            <a:endParaRPr lang="en-US" sz="48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256032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governada de WINDEV, WEBDEV, WINDEV Mobile e PHP — e projetos novos que nascem com contexto, provas e governança — dentro do Claude Code.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4572000" y="40233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Built to convert. Engineered to prove.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572000" y="45720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3.48.0 · 2026-09-08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problema que a IA sozinha não resolve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640080" cy="64008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0898" y="1649578"/>
            <a:ext cx="358445" cy="3584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46304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de negócio mora no código, não em documento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184708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Desconto, juros, baixa de estoque: ninguém tem a lista. Quem converte lendo o código inventa o que não entendeu.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697480"/>
            <a:ext cx="640080" cy="64008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8" y="2838298"/>
            <a:ext cx="358445" cy="35844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54480" y="265176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por IA sem governança é palpite bonito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554480" y="303580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Compila, parece certo, e o arredondamento do dinheiro mudou. Só aparece em produção.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40080" y="3886200"/>
            <a:ext cx="640080" cy="64008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898" y="4027018"/>
            <a:ext cx="358445" cy="35844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54480" y="38404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nova esquece tudo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554480" y="422452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sessão de ontem decidiu não chega à de hoje. O projeto vira uma sequência de recomeços.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40080" y="5074920"/>
            <a:ext cx="640080" cy="64008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898" y="5215738"/>
            <a:ext cx="358445" cy="35844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502920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valida é quem escreveu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554480" y="5413248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separação de papéis, o mesmo agente escreve e aprova. Ninguém tenta refutar.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que é: um plugin do Claude Code, medido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 uma vez por máquina e vale para todos os projetos. Os números saem do repositório, não de slide.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240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33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201168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2240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94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2240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21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1089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251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109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97680" y="402336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0" y="4251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especialistas WLanguage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046720" y="4023360"/>
            <a:ext cx="3474720" cy="1737360"/>
          </a:xfrm>
          <a:prstGeom prst="roundRect">
            <a:avLst>
              <a:gd name="adj" fmla="val 7895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21040" y="4251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12.035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51206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do Help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dependências fora da std do Python e do Rust. Corpus do Help WLanguage de 12 mil páginas, verificado por hash.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Como funciona: seis etapas e dois portões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83080"/>
            <a:ext cx="594360" cy="59436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999" y="191383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Perguntar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514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Questionário de 60 perguntas gera o contexto que a primeira sessão lê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97680" y="1554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26280" y="1783080"/>
            <a:ext cx="594360" cy="59436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7039" y="19138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G0 · portão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514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com hash. Bloqueado, ninguém escreve código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046720" y="155448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275320" y="1783080"/>
            <a:ext cx="594360" cy="59436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6079" y="191383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18288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Converter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51460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G1–G7, com matriz de rastreabilidade e aprovação humana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48640" y="393192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77240" y="4160520"/>
            <a:ext cx="594360" cy="59436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" y="429127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4206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Provar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77724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master, evidências, grafo, tela exercitada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4297680" y="393192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526280" y="4160520"/>
            <a:ext cx="594360" cy="59436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7039" y="4291279"/>
            <a:ext cx="332842" cy="33284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4206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Governar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452628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 com sprints, contrato ativo, papéis separados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8046720" y="393192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275320" y="4160520"/>
            <a:ext cx="594360" cy="59436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6079" y="4291279"/>
            <a:ext cx="332842" cy="33284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42062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Entregar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8275320" y="48920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pastas com SHA-256, procedência SLSA e CycloneDX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dois em vermelho negam: o G0 devolve para as evidências; F-GATE e C-GATE devolvem ao gate da conversão.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Na conversão: origem, prova e limite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538021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990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citável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139903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PDF do WINDEV vira Markdown com página e hash. O código convertido cita a página de origem dentro dele.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1" y="2498141"/>
            <a:ext cx="307238" cy="3072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35915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rastreabilidade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4937760" y="235915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BR, QRY, UI, DB, INT: cada item com origem, destino, teste e estado. O grafo acusa o que ficou sem ligação.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333756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458261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31927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master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4937760" y="331927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o legado rodando e compara com o novo. Igualdade vira número, com tolerância declarada.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640080" y="429768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4418381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63040" y="427939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Semântica do WLanguage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4937760" y="427939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especialistas por tema sobre o Help, e o runtime wl-rt em Rust: currency de ponto fixo, datas, comparação de strings como o WX.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640080" y="525780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81" y="5378501"/>
            <a:ext cx="307238" cy="307238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463040" y="523951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provada, não lida</a:t>
            </a:r>
            <a:endParaRPr lang="en-US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4937760" y="523951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exercita a tela nos estados que o PDF de interfaces descreve. O defeito que só aparece olhando entra na prova.</a:t>
            </a:r>
            <a:endParaRPr lang="en-US" sz="1350" dirty="0"/>
          </a:p>
        </p:txBody>
      </p:sp>
      <p:sp>
        <p:nvSpPr>
          <p:cNvPr id="23" name="Text 16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Prova, não promessa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1920240"/>
          </a:xfrm>
          <a:prstGeom prst="roundRect">
            <a:avLst>
              <a:gd name="adj" fmla="val 7143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FBF7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10/10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master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783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WINDEV 2025 (só PDFs) → Rust + Axum + PostgreSQL + React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394960" cy="1920240"/>
          </a:xfrm>
          <a:prstGeom prst="roundRect">
            <a:avLst>
              <a:gd name="adj" fmla="val 7143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169164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FBF7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5/5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master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0" y="1783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+ MySQL → Rust + MySQL + React, o primeiro projeto de ponta a ponta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5394960" cy="1920240"/>
          </a:xfrm>
          <a:prstGeom prst="roundRect">
            <a:avLst>
              <a:gd name="adj" fmla="val 7143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86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FBF7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7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800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9776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de saída real de sessão; nenhuma linha digitada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657600"/>
            <a:ext cx="5394960" cy="1920240"/>
          </a:xfrm>
          <a:prstGeom prst="roundRect">
            <a:avLst>
              <a:gd name="adj" fmla="val 7143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92240" y="38862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FBF7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109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8006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397764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16 do runtime Rust, cada um com vetor do Help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 projeto: todo teste novo falha com o defeito reposto e passa com o conserto. Teste que passa por engano é pior que teste que falta.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que sai: código que cita a origem</a:t>
            </a:r>
            <a:endParaRPr lang="en-US" sz="3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56616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71600"/>
            <a:ext cx="5486400" cy="356616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029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gerado de uma procedure WLanguage, com a página do PDF citada no comentário.</a:t>
            </a:r>
            <a:endParaRPr lang="en-US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029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cargo test contra o golden master — e o que mudou de semântica dito, não escondido.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 sessão real, em docs/prints/.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Projetos novos: nascer com contexto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questionário serve para o projeto que começa do zero. O que ele gera é o que a primeira sessão do Claude Code lê antes de qualquer comando.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222382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2103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889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arquivos: CLAUDE.md, INDEX_FILES, respostas por id, ADRs, esqueleto de pastas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97680" y="210312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8381" y="222382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029200" y="2103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sessão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4297680" y="27889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 kickoff, hooks de teste e lint, MCP sem chaves, Dockerfile e compose por perfil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46720" y="210312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7421" y="222382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21031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PMO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8046720" y="27889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Sprints, Kanban que segue a matriz sozinho, PDCA com base de conhecimento, orçamento de tokens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406908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4189781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47548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com validador executável. O C-GATE confere se o resultado está conforme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4297680" y="406908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381" y="4189781"/>
            <a:ext cx="307238" cy="30723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0292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Guardas</a:t>
            </a:r>
            <a:endParaRPr lang="en-US" sz="1700" dirty="0"/>
          </a:p>
        </p:txBody>
      </p:sp>
      <p:sp>
        <p:nvSpPr>
          <p:cNvPr id="23" name="Text 16"/>
          <p:cNvSpPr txBox="1"/>
          <p:nvPr/>
        </p:nvSpPr>
        <p:spPr>
          <a:xfrm>
            <a:off x="4297680" y="47548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hooks: anexos somente leitura, segredo recusado, papel da sessão, licença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046720" y="4069080"/>
            <a:ext cx="548640" cy="548640"/>
          </a:xfrm>
          <a:prstGeom prst="ellipse">
            <a:avLst/>
          </a:prstGeom>
          <a:solidFill>
            <a:srgbClr val="14161F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7421" y="4189781"/>
            <a:ext cx="307238" cy="30723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77824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auditável</a:t>
            </a:r>
            <a:endParaRPr lang="en-US" sz="1700" dirty="0"/>
          </a:p>
        </p:txBody>
      </p:sp>
      <p:sp>
        <p:nvSpPr>
          <p:cNvPr id="27" name="Text 19"/>
          <p:cNvSpPr txBox="1"/>
          <p:nvPr/>
        </p:nvSpPr>
        <p:spPr>
          <a:xfrm>
            <a:off x="8046720" y="47548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Exportação com SHA-256, procedência SLSA e CycloneDX, decisões com a base delas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Benefícios para quem paga a conta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66160" cy="3931920"/>
          </a:xfrm>
          <a:prstGeom prst="roundRect">
            <a:avLst>
              <a:gd name="adj" fmla="val 3846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Custo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 de tokens em três fases, só leitura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local pelo Magnitude para o que não precisa sair da máquina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Roteador escolhe o modelo pelo peso da tarefa, com orçamento que bloqueia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43400" y="1463040"/>
            <a:ext cx="3566160" cy="3931920"/>
          </a:xfrm>
          <a:prstGeom prst="roundRect">
            <a:avLst>
              <a:gd name="adj" fmla="val 3846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772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Risco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2286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afirmado sem baseline: classe da prova dita no G0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valida não escreve o que valida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PDF não diz vira GAP escrito, não invenção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463040"/>
            <a:ext cx="3566160" cy="3931920"/>
          </a:xfrm>
          <a:prstGeom prst="roundRect">
            <a:avLst>
              <a:gd name="adj" fmla="val 3846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Auditoria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30175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toda operação do plugin, com código de saída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Procedência SLSA e BOM CycloneDX medidos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Licença com aceite, aviso ao fornecedor e marca d’água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legado é E/OU. O destino é livre.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Origem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Destino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WINDEV, WEBDEV, WINDEV Mobile (WLanguage) — o caso principal, com o Help de 12 mil páginas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procedural ou OOP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C, C++, Clarion, COBOL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PDFs, sem projeto nativo: o G0 classifica a prova como FORENSIC e diz o limite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(Axum ou tiny_http) com o runtime wl-rt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Go, Java, Node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.NET 8 com a biblioteca WL_C#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8.3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Telas: React, Vue, Svelte, Blazor, Flutter, Tauri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7548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4161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8006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letra H orienta antes de perguntar: três opções com o porquê, a recomendada primeiro. A escolha é sua e vira decisão registrada.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que ele não faz, dito antes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02920" cy="50292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1573682"/>
            <a:ext cx="281635" cy="28163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4630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lê o formato binário do WX; o projeto nativo é o item 1 da lista do que falta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2442362"/>
            <a:ext cx="281635" cy="28163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3317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faz OCR sozinho: página sem texto é marcada, não inventada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3311042"/>
            <a:ext cx="281635" cy="28163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2004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certifica LGPD nem aprova gate no lugar do humano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40080" y="4069080"/>
            <a:ext cx="502920" cy="50292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4179722"/>
            <a:ext cx="281635" cy="28163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0690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afirma equivalência sem baseline executável do legado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640080" y="4937760"/>
            <a:ext cx="502920" cy="502920"/>
          </a:xfrm>
          <a:prstGeom prst="ellipse">
            <a:avLst/>
          </a:prstGeom>
          <a:solidFill>
            <a:srgbClr val="E2261C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722" y="5048402"/>
            <a:ext cx="281635" cy="28163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371600" y="49377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licença dissuade o cliente honesto; a proteção real é servir o corpus de um servidor seu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completa do que falta está em docs/o-que-falta.html, com estado medido por item.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Por que comprar: a prova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184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que você compra é a prova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sessão converte uma procedure em minutos. O que ela não faz sozinha é dizer se a regra ficou igual. O plugin captura o golden master do legado rodando, compara e devolve um número.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1732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92240" y="16184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Impede o erro mais caro: inventar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94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PDF não diz como a procedure funciona, vira lacuna escrita e linha bloqueada. Não completa por conta própria. O exemplo WINDEV tem uma lacuna plantada, e o grafo a acusa até hoje.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9502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Sessões não esquecem mais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26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questionário vira o contexto que toda sessão lê antes do primeiro comando. O contrato ativo diz o que vale hoje, com hash. Decisões guardam a base delas.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374904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39502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Quem escreve não valida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26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G0 nega escrita enquanto as evidências não estão em ordem. Dois portões na saída perguntam se funciona e se está conforme. Quem valida entra com outro papel e não conserta o que detecta.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Por que comprar: o resto do argumento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6184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Sabe WLanguage de verdade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especialistas por tema sobre 12.035 páginas do Help, e um runtime em Rust que faz o Round e a comparação de strings como o WINDEV. Saiu de ler o Help, não da memória do modelo.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41732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92240" y="161848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Serve para projeto novo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19456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questionário gera o esqueleto, os hooks, o PMO e a entrega auditável para quem não tem legado nenhum.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2960" y="39502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Custa menos do que parece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526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Laudo de uso de tokens, roteador que escolhe o modelo pelo peso da tarefa, orçamento que bloqueia, modelo local para o que não precisa sair da máquina.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3749040"/>
            <a:ext cx="5394960" cy="2103120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92240" y="39502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 que ele admite não fazer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452628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lê o binário do WX, não faz OCR sozinho, não certifica LGPD, não aprova gate no lugar de gente. Quem esconde limites vende promessa. Quem publica limites vende ferramenta.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objeção honesta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2926080"/>
          </a:xfrm>
          <a:prstGeom prst="roundRect">
            <a:avLst>
              <a:gd name="adj" fmla="val 4688"/>
            </a:avLst>
          </a:prstGeom>
          <a:solidFill>
            <a:srgbClr val="121527"/>
          </a:solidFill>
          <a:ln w="12700">
            <a:solidFill>
              <a:srgbClr val="2E345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7B7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Nenhum projeto WINDEV real com contrato passou pelos gates ainda.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83464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D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exemplos são sintéticos. Isso está escrito como item 15 da lista do que falta, com estado medido por item — e é o que um primeiro cliente piloto compra com desconto e paga com o número que falta: horas, tokens, lacunas abertas, defeitos achados em homologação.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lista inteira: docs/o-que-falta.html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61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Como começar: quatro passos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2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./instalar.sh --serial … --corpus …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84048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vez por máquina. Aceita a licença, confere o corpus, instala no Claude Code.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46304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11880" y="1645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2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/wx-claude-code:questionario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384048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Sessenta perguntas, com pausa e retomada. Sai o contexto do projeto.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46520" y="1645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Passar o G0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2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/wx-claude-code:preflight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384048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com hash. O relatório diz a classe da prova e o limite.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052560" y="1463040"/>
            <a:ext cx="2651760" cy="420624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281160" y="1645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2261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</a:t>
            </a:r>
            <a:endParaRPr lang="en-US" sz="44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14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com prova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301752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22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/wx-claude-code:golden comparar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384048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vertical inteira, igualdade em número. Daí, as ondas.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Manual: MANUAL.md e docs/manual-de-uso.pdf · Fluxograma: docs/dossie/fluxo-atual.pdf · Vídeos: docs/video/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WX Claude Code 3.48.0 · Built to convert. Engineered to prove.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10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005840"/>
            <a:ext cx="3200400" cy="3200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44805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Built to convert. Engineered to prove.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7B7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wx-claude-code@wx-claude-code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adrianoboller · github.com/adrianoboller/adrianoboller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WX Claude Code — vantagens e benefícios</dc:title>
  <dc:subject>PptxGenJS Presentation</dc:subject>
  <dc:creator>WX Claude Code</dc:creator>
  <cp:lastModifiedBy>WX Claude Code</cp:lastModifiedBy>
  <cp:revision>1</cp:revision>
  <dcterms:created xsi:type="dcterms:W3CDTF">2026-09-08T21:59:26Z</dcterms:created>
  <dcterms:modified xsi:type="dcterms:W3CDTF">2026-09-08T21:59:26Z</dcterms:modified>
</cp:coreProperties>
</file>